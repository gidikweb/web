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8F5"/>
    <a:srgbClr val="1C4D8C"/>
    <a:srgbClr val="0F2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8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55B8A4D-97DD-A144-0A80-BED0B392F8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FF9D7B-B952-F36C-6660-B80924E6C6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58E9B-9AFB-427E-B391-3186145465B9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5C56A3-C965-539D-CC1A-F95E485C41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208DA9-BF3B-4F2B-8B1A-3F6BC7E2ED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395D6-09A0-4786-B46F-06D8F06BA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699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02D7C-38BD-B860-BAAA-9DA2D5167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7F6D54-0EBD-D06E-7BA6-65B944FCD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F7A734-CE49-E3E7-3255-02FB8D3F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DB76C5-3F45-EEBE-C03E-D55CD2BF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EC7452-9168-9C6A-93EB-AFCE7A21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03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66D66-FB42-9DC1-91C8-6BBC7570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C4598-0E96-9386-CC9C-632FF09D5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CA890-64BE-E82A-2232-CF325722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21F1B5-CCC5-D64C-013B-03324EF4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BDEED5-4015-2DA4-6F4D-A247E932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05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452D4-6920-B239-8934-828756C0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60F404-8308-FC65-8C1A-DE6AF74BF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D4B92A-3BE3-662A-9133-8B88C910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7ACEC8-4C24-F2FE-EF5D-D9F51386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9432D-5D5B-4CA4-9DB3-9EA08664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107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55A75-E0CC-7D94-4F04-DDB48311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1B3E4C-0261-7B1F-6362-0FC3FB53F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8D7A9F-AE1A-88D4-9A25-E00F4F482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1764BC-ABD9-63A8-4ECC-FC0015F0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74AF3D-6FC3-414F-04D2-4BFF99AC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1C790A-40AF-6A99-3DC4-C2CD589B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74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19F30-9154-ED02-DCD2-7A2DB3DC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4F2D2D-2CE6-2327-20CA-FD504433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8219F9-653E-F9D1-BEAB-EE5D5B3A6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24A66D-A936-3C80-2AD1-AC08E54EB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89CD8C-5A67-8FD5-4848-65BD2BB3C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001ADD-3D19-D805-1549-AA12613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B7DAE5-1DA4-FD24-97F0-A3DCF400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424440-C075-8685-8F90-669E4CAF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61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650AE-C934-2892-1BC3-14C8BA9D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CBD3C2-4C2A-E37E-DBB7-B4992897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4E7CF4-E874-E18F-D58A-2D808231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68B6E5-9D8B-9CB6-F03D-3DFE26DA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58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7101BF-F7DA-E669-B0AE-70968EE6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366A5B-9531-8BBB-79EC-188CE641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B132A6-277F-68E9-7DE6-EA46D982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1D59A-53DF-F99C-1746-DD0882FA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C8D863-8950-E479-5607-E4577066F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C3AC9B-F020-814D-56ED-3CD65D34E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5B7A79-AA62-7564-FAEF-9CCD799A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76E874-440A-8FED-847C-51E9ED76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AA00EA-EE46-73C3-D7E8-72C8181D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61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78726-E556-0315-2341-D30F8981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40C7647-9BE1-06DC-C2A5-FFE2D8CC4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A439BF-22EA-5B62-7D34-C2F57EE3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D1AE1A-4D7A-225F-FBAD-8E65A092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85863D-ECDB-D730-42ED-B7CB3A90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902000-D501-64B8-B155-03BBF2E9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24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CAB2D-BE90-E0EE-A201-980FE50C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6814F-4435-F193-8A59-3D1A3D43A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C13035-9E33-25F7-A88D-150FDF06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8F99AD-6D06-8910-C4CB-151EFADD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58518F-ABCC-951B-B94B-C0D94457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56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1C612C-1505-4E54-C72D-A2FDEA68F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E27906-280E-3FE6-9968-D5E6E3B5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B65BB-5FC1-0E9D-F294-855B9396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41A57-259C-8975-A495-BEF92922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23E067-E274-CE00-2751-8C1FDC07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69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2854"/>
            </a:gs>
            <a:gs pos="100000">
              <a:srgbClr val="1C4D8C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A3992-A605-0AD1-C251-7B2D548E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697C1A-7792-4282-5DAC-53BE58D9B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BD53FE-42FD-FF01-965C-50ACF1DF7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155B3-1885-4C29-BD43-1B2897BA4A7E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12B0B-237C-356C-5085-3325D4BE7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81510E-4AD4-F6DF-8D39-B3B5EDE06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FA932-7421-4339-AA80-5888262C7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8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dikweb.github.io/Ma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6CE2F-52E9-F552-5A93-3B1DB99D1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7781"/>
            <a:ext cx="9144000" cy="1190820"/>
          </a:xfrm>
          <a:noFill/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сервис для путешествий по Ивановской области с </a:t>
            </a:r>
            <a:r>
              <a:rPr lang="en-US" sz="3200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endParaRPr lang="ru-RU" sz="3200" dirty="0">
              <a:solidFill>
                <a:srgbClr val="BDE8F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CA10C3-2D2F-B9EA-D83E-6BB87D34A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97162"/>
            <a:ext cx="9144000" cy="1655762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Подготовил -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Нестеров Пётр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92F14-2A17-7377-17EB-C0D2AB408FA0}"/>
              </a:ext>
            </a:extLst>
          </p:cNvPr>
          <p:cNvSpPr txBox="1"/>
          <p:nvPr/>
        </p:nvSpPr>
        <p:spPr>
          <a:xfrm>
            <a:off x="3406137" y="1524993"/>
            <a:ext cx="54521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800" b="1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🗺️ </a:t>
            </a:r>
            <a:r>
              <a:rPr lang="ru-RU" sz="8800" b="1" dirty="0" err="1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Гидик</a:t>
            </a:r>
            <a:endParaRPr lang="ru-RU" sz="880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3845264-1631-802C-605B-9E5D32DDB811}"/>
              </a:ext>
            </a:extLst>
          </p:cNvPr>
          <p:cNvGrpSpPr/>
          <p:nvPr/>
        </p:nvGrpSpPr>
        <p:grpSpPr>
          <a:xfrm>
            <a:off x="3581401" y="4926607"/>
            <a:ext cx="5070472" cy="812800"/>
            <a:chOff x="3581401" y="4926607"/>
            <a:chExt cx="5070472" cy="812800"/>
          </a:xfrm>
        </p:grpSpPr>
        <p:sp>
          <p:nvSpPr>
            <p:cNvPr id="7" name="Прямоугольник: скругленные углы 6">
              <a:hlinkClick r:id="rId2"/>
              <a:extLst>
                <a:ext uri="{FF2B5EF4-FFF2-40B4-BE49-F238E27FC236}">
                  <a16:creationId xmlns:a16="http://schemas.microsoft.com/office/drawing/2014/main" id="{9F210FA7-0423-0C6B-CF33-B4D4F7FE236A}"/>
                </a:ext>
              </a:extLst>
            </p:cNvPr>
            <p:cNvSpPr/>
            <p:nvPr/>
          </p:nvSpPr>
          <p:spPr>
            <a:xfrm>
              <a:off x="3581401" y="4926607"/>
              <a:ext cx="5070472" cy="812800"/>
            </a:xfrm>
            <a:prstGeom prst="roundRect">
              <a:avLst>
                <a:gd name="adj" fmla="val 11979"/>
              </a:avLst>
            </a:prstGeom>
            <a:solidFill>
              <a:srgbClr val="1C4D8C"/>
            </a:solidFill>
            <a:ln w="28575">
              <a:solidFill>
                <a:srgbClr val="BDE8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Заголовок 1">
              <a:hlinkClick r:id="rId2"/>
              <a:extLst>
                <a:ext uri="{FF2B5EF4-FFF2-40B4-BE49-F238E27FC236}">
                  <a16:creationId xmlns:a16="http://schemas.microsoft.com/office/drawing/2014/main" id="{A1E3F4C6-C70F-247A-16DD-434795262E9C}"/>
                </a:ext>
              </a:extLst>
            </p:cNvPr>
            <p:cNvSpPr txBox="1">
              <a:spLocks/>
            </p:cNvSpPr>
            <p:nvPr/>
          </p:nvSpPr>
          <p:spPr>
            <a:xfrm>
              <a:off x="3648075" y="5069236"/>
              <a:ext cx="4895850" cy="52754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b="1" dirty="0">
                  <a:solidFill>
                    <a:srgbClr val="BDE8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Попробовать </a:t>
              </a:r>
              <a:r>
                <a:rPr lang="en-US" sz="3200" b="1" dirty="0">
                  <a:solidFill>
                    <a:srgbClr val="BDE8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“</a:t>
              </a:r>
              <a:r>
                <a:rPr lang="ru-RU" sz="3200" b="1" dirty="0" err="1">
                  <a:solidFill>
                    <a:srgbClr val="BDE8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Гидик</a:t>
              </a:r>
              <a:r>
                <a:rPr lang="en-US" sz="3200" b="1" dirty="0">
                  <a:solidFill>
                    <a:srgbClr val="BDE8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”</a:t>
              </a:r>
              <a:endParaRPr lang="ru-RU" sz="3200" b="1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7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E1D2-F405-4D8A-8D94-C6A672E2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☝️ Проблема, решаемая проектом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BEE915-9061-2D5D-9120-6AA0498CF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51287" cy="638946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chemeClr val="bg1"/>
                </a:solidFill>
              </a:rPr>
              <a:t>Туристическая активность в Ивановской области низкая, что мешает развитию региона. По данным Росстата, за 2025 год область посетило всего лишь </a:t>
            </a:r>
            <a:r>
              <a:rPr lang="ru-RU" altLang="ru-RU" b="1" dirty="0">
                <a:solidFill>
                  <a:schemeClr val="bg1"/>
                </a:solidFill>
              </a:rPr>
              <a:t>506,29 тыс. туристов. </a:t>
            </a:r>
            <a:r>
              <a:rPr lang="ru-RU" altLang="ru-RU" dirty="0">
                <a:solidFill>
                  <a:schemeClr val="bg1"/>
                </a:solidFill>
              </a:rPr>
              <a:t>Проект предлагает создать интеллектуального виртуального гида для повышения привлекательности региона и комфорта туристов.</a:t>
            </a:r>
          </a:p>
        </p:txBody>
      </p:sp>
      <p:pic>
        <p:nvPicPr>
          <p:cNvPr id="1039" name="Picture 15" descr="Picture background">
            <a:extLst>
              <a:ext uri="{FF2B5EF4-FFF2-40B4-BE49-F238E27FC236}">
                <a16:creationId xmlns:a16="http://schemas.microsoft.com/office/drawing/2014/main" id="{4C73CEA6-BCBE-5FB0-D120-FA59BA8A4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20659"/>
          <a:stretch>
            <a:fillRect/>
          </a:stretch>
        </p:blipFill>
        <p:spPr bwMode="auto">
          <a:xfrm>
            <a:off x="6882492" y="1825624"/>
            <a:ext cx="4857750" cy="4633912"/>
          </a:xfrm>
          <a:prstGeom prst="roundRect">
            <a:avLst>
              <a:gd name="adj" fmla="val 1051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6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E500-6B14-2360-33BC-2201BBB3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BABD8-CB02-4334-D2AA-31B359CC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📊 Результат анализа исследований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F2C9AC-8DF0-DD34-FAB4-70B22767E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7960" y="1736724"/>
            <a:ext cx="5751287" cy="638946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err="1">
                <a:solidFill>
                  <a:schemeClr val="bg1"/>
                </a:solidFill>
              </a:rPr>
              <a:t>Лорем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Ипсум</a:t>
            </a:r>
            <a:r>
              <a:rPr lang="ru-RU" dirty="0">
                <a:solidFill>
                  <a:schemeClr val="bg1"/>
                </a:solidFill>
              </a:rPr>
              <a:t> — это тип текста-заполнителя, обычно используемый в дизайне и издательском деле для заполнения пространства на странице и создания впечатления о том, как будет выглядеть конечный контент. </a:t>
            </a:r>
            <a:r>
              <a:rPr lang="ru-RU" dirty="0" err="1">
                <a:solidFill>
                  <a:schemeClr val="bg1"/>
                </a:solidFill>
              </a:rPr>
              <a:t>Лорем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Ипсум</a:t>
            </a:r>
            <a:r>
              <a:rPr lang="ru-RU" dirty="0">
                <a:solidFill>
                  <a:schemeClr val="bg1"/>
                </a:solidFill>
              </a:rPr>
              <a:t> на русском языке происходит от латинского текста римского философа Цицерона и используется с 1960-х годов.</a:t>
            </a:r>
            <a:endParaRPr lang="ru-RU" altLang="ru-RU" dirty="0">
              <a:solidFill>
                <a:schemeClr val="bg1"/>
              </a:solidFill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9383ABE-EF56-BE92-1A20-2C3B4966F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0" r="14533"/>
          <a:stretch>
            <a:fillRect/>
          </a:stretch>
        </p:blipFill>
        <p:spPr bwMode="auto">
          <a:xfrm>
            <a:off x="445440" y="1690688"/>
            <a:ext cx="4672659" cy="4840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05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AF2D-73D6-C992-9F65-6E144723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10D4D-09CA-D21C-6764-88D11076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👨‍💻 Технологии и оборудование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8DA29A-FD4C-042E-11A5-1DE00D0E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0" y="1825624"/>
            <a:ext cx="6689447" cy="638946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chemeClr val="bg1"/>
                </a:solidFill>
              </a:rPr>
              <a:t>В моем проекте я использовал я использовал несколько программ и сервисов, как</a:t>
            </a:r>
            <a:r>
              <a:rPr lang="en-US" altLang="ru-RU" dirty="0">
                <a:solidFill>
                  <a:schemeClr val="bg1"/>
                </a:solidFill>
              </a:rPr>
              <a:t>:</a:t>
            </a:r>
            <a:endParaRPr lang="ru-RU" altLang="ru-RU" dirty="0">
              <a:solidFill>
                <a:schemeClr val="bg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dirty="0">
              <a:solidFill>
                <a:schemeClr val="bg1"/>
              </a:solidFill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b="1" dirty="0">
                <a:solidFill>
                  <a:schemeClr val="bg1"/>
                </a:solidFill>
              </a:rPr>
              <a:t>VSC </a:t>
            </a:r>
            <a:r>
              <a:rPr lang="en-US" altLang="ru-RU" dirty="0">
                <a:solidFill>
                  <a:schemeClr val="bg1"/>
                </a:solidFill>
              </a:rPr>
              <a:t>(</a:t>
            </a:r>
            <a:r>
              <a:rPr lang="ru-RU" altLang="ru-RU" dirty="0">
                <a:solidFill>
                  <a:schemeClr val="bg1"/>
                </a:solidFill>
              </a:rPr>
              <a:t>редактор кода)</a:t>
            </a:r>
            <a:endParaRPr lang="en-US" altLang="ru-RU" dirty="0">
              <a:solidFill>
                <a:schemeClr val="bg1"/>
              </a:solidFill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2"/>
            </a:pPr>
            <a:r>
              <a:rPr lang="en-US" altLang="ru-RU" b="1" dirty="0">
                <a:solidFill>
                  <a:schemeClr val="bg1"/>
                </a:solidFill>
              </a:rPr>
              <a:t>Figma </a:t>
            </a:r>
            <a:r>
              <a:rPr lang="en-US" altLang="ru-RU" dirty="0">
                <a:solidFill>
                  <a:schemeClr val="bg1"/>
                </a:solidFill>
              </a:rPr>
              <a:t>(</a:t>
            </a:r>
            <a:r>
              <a:rPr lang="ru-RU" altLang="ru-RU" dirty="0">
                <a:solidFill>
                  <a:schemeClr val="bg1"/>
                </a:solidFill>
              </a:rPr>
              <a:t>наброски и дизайн сайта)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2"/>
            </a:pPr>
            <a:r>
              <a:rPr lang="en-US" altLang="ru-RU" b="1" dirty="0">
                <a:solidFill>
                  <a:schemeClr val="bg1"/>
                </a:solidFill>
              </a:rPr>
              <a:t>Html</a:t>
            </a:r>
            <a:r>
              <a:rPr lang="ru-RU" altLang="ru-RU" b="1" dirty="0">
                <a:solidFill>
                  <a:schemeClr val="bg1"/>
                </a:solidFill>
              </a:rPr>
              <a:t>, </a:t>
            </a:r>
            <a:r>
              <a:rPr lang="en-US" altLang="ru-RU" b="1" dirty="0">
                <a:solidFill>
                  <a:schemeClr val="bg1"/>
                </a:solidFill>
              </a:rPr>
              <a:t>JS </a:t>
            </a:r>
            <a:r>
              <a:rPr lang="ru-RU" altLang="ru-RU" b="1" dirty="0">
                <a:solidFill>
                  <a:schemeClr val="bg1"/>
                </a:solidFill>
              </a:rPr>
              <a:t>и </a:t>
            </a:r>
            <a:r>
              <a:rPr lang="en-US" altLang="ru-RU" b="1" dirty="0">
                <a:solidFill>
                  <a:schemeClr val="bg1"/>
                </a:solidFill>
              </a:rPr>
              <a:t>CSS</a:t>
            </a:r>
            <a:r>
              <a:rPr lang="ru-RU" altLang="ru-RU" b="1" dirty="0">
                <a:solidFill>
                  <a:schemeClr val="bg1"/>
                </a:solidFill>
              </a:rPr>
              <a:t> </a:t>
            </a:r>
            <a:r>
              <a:rPr lang="ru-RU" altLang="ru-RU" dirty="0">
                <a:solidFill>
                  <a:schemeClr val="bg1"/>
                </a:solidFill>
              </a:rPr>
              <a:t>(фронтенд и бэкенд)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2"/>
            </a:pPr>
            <a:r>
              <a:rPr lang="en-US" altLang="ru-RU" b="1" dirty="0" err="1">
                <a:solidFill>
                  <a:schemeClr val="bg1"/>
                </a:solidFill>
              </a:rPr>
              <a:t>OpenRouter</a:t>
            </a:r>
            <a:r>
              <a:rPr lang="ru-RU" altLang="ru-RU" b="1" dirty="0">
                <a:solidFill>
                  <a:schemeClr val="bg1"/>
                </a:solidFill>
              </a:rPr>
              <a:t> </a:t>
            </a:r>
            <a:r>
              <a:rPr lang="ru-RU" altLang="ru-RU" dirty="0">
                <a:solidFill>
                  <a:schemeClr val="bg1"/>
                </a:solidFill>
              </a:rPr>
              <a:t>(</a:t>
            </a:r>
            <a:r>
              <a:rPr lang="en-US" altLang="ru-RU" dirty="0">
                <a:solidFill>
                  <a:schemeClr val="bg1"/>
                </a:solidFill>
              </a:rPr>
              <a:t>API</a:t>
            </a:r>
            <a:r>
              <a:rPr lang="ru-RU" altLang="ru-RU" dirty="0">
                <a:solidFill>
                  <a:schemeClr val="bg1"/>
                </a:solidFill>
              </a:rPr>
              <a:t> ключ от </a:t>
            </a:r>
            <a:r>
              <a:rPr lang="en-US" altLang="ru-RU" dirty="0">
                <a:solidFill>
                  <a:schemeClr val="bg1"/>
                </a:solidFill>
              </a:rPr>
              <a:t>AI)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2"/>
            </a:pPr>
            <a:r>
              <a:rPr lang="en-US" altLang="ru-RU" b="1" dirty="0" err="1">
                <a:solidFill>
                  <a:schemeClr val="bg1"/>
                </a:solidFill>
              </a:rPr>
              <a:t>Deepseek</a:t>
            </a:r>
            <a:r>
              <a:rPr lang="en-US" altLang="ru-RU" b="1" dirty="0">
                <a:solidFill>
                  <a:schemeClr val="bg1"/>
                </a:solidFill>
              </a:rPr>
              <a:t> R1 </a:t>
            </a:r>
            <a:r>
              <a:rPr lang="en-US" altLang="ru-RU" dirty="0">
                <a:solidFill>
                  <a:schemeClr val="bg1"/>
                </a:solidFill>
              </a:rPr>
              <a:t>(</a:t>
            </a:r>
            <a:r>
              <a:rPr lang="ru-RU" altLang="ru-RU" dirty="0">
                <a:solidFill>
                  <a:schemeClr val="bg1"/>
                </a:solidFill>
              </a:rPr>
              <a:t>нейросеть </a:t>
            </a:r>
            <a:r>
              <a:rPr lang="en-US" altLang="ru-RU" dirty="0">
                <a:solidFill>
                  <a:schemeClr val="bg1"/>
                </a:solidFill>
              </a:rPr>
              <a:t>AI </a:t>
            </a:r>
            <a:r>
              <a:rPr lang="ru-RU" altLang="ru-RU" dirty="0">
                <a:solidFill>
                  <a:schemeClr val="bg1"/>
                </a:solidFill>
              </a:rPr>
              <a:t>гида)</a:t>
            </a:r>
          </a:p>
        </p:txBody>
      </p:sp>
      <p:pic>
        <p:nvPicPr>
          <p:cNvPr id="5" name="Рисунок 4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8A003BD-DB80-4872-8203-1F78D3C12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93" y="1825624"/>
            <a:ext cx="4153807" cy="46339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008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D25B-ED60-6672-AFC5-B7A11CD9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3C2FD-D00C-A8CC-8A5F-67A50ECE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🧷 </a:t>
            </a:r>
            <a:r>
              <a:rPr lang="ru-RU" b="1" dirty="0">
                <a:solidFill>
                  <a:srgbClr val="BDE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Результаты проекта и выводы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77B699-91D4-D0BC-B0FE-D007A688B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93" y="1873248"/>
            <a:ext cx="11176907" cy="638946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err="1">
                <a:solidFill>
                  <a:schemeClr val="bg1"/>
                </a:solidFill>
              </a:rPr>
              <a:t>Лорем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Ипсум</a:t>
            </a:r>
            <a:r>
              <a:rPr lang="ru-RU" dirty="0">
                <a:solidFill>
                  <a:schemeClr val="bg1"/>
                </a:solidFill>
              </a:rPr>
              <a:t> — это тип текста-заполнителя, обычно используемый в дизайне и издательском деле для заполнения пространства на странице и создания впечатления о том, как будет выглядеть конечный контент. </a:t>
            </a:r>
            <a:r>
              <a:rPr lang="ru-RU" dirty="0" err="1">
                <a:solidFill>
                  <a:schemeClr val="bg1"/>
                </a:solidFill>
              </a:rPr>
              <a:t>Лорем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Ипсум</a:t>
            </a:r>
            <a:r>
              <a:rPr lang="ru-RU" dirty="0">
                <a:solidFill>
                  <a:schemeClr val="bg1"/>
                </a:solidFill>
              </a:rPr>
              <a:t> на русском языке происходит от латинского текста римского философа Цицерона и используется с 1960-х годов. Текст бессмысленный и не несет никакого конкретного смысла, позволяя дизайнерам сосредоточиться на макете и визуальных элементах, не отвлекаясь на значимый контент.</a:t>
            </a:r>
            <a:endParaRPr lang="ru-RU" alt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4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9936-7EE8-2BF6-3724-D0F3AC86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F66E1F-F170-5CBB-80F6-28AE18E74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38186"/>
            <a:ext cx="12242647" cy="693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8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4CFC7-6889-11B8-6925-02E1E2B40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4B45F3-8594-C0C2-7B7D-85E9C5FF9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34" y="-38101"/>
            <a:ext cx="12252134" cy="69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2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FE43-D7CF-A4D2-F22D-3AC0B532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B5C18A-24E5-47B4-21C4-119BA24D0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381" y="-63500"/>
            <a:ext cx="12312762" cy="69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0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1316-E9DC-5D10-EF3E-17A51BED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0A95D7-91DB-7626-A3C9-D312662DA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908" y="-63500"/>
            <a:ext cx="12322179" cy="69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3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232E-8E0F-1FB1-B30A-44D454F5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CE7880-22FC-9312-2C8F-1C01076E4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477" y="-142624"/>
            <a:ext cx="12604954" cy="714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47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8D98-E9F0-D81D-070B-C7B8F12D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207907-5120-DEC3-4DD2-55468281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477" y="-142624"/>
            <a:ext cx="12604954" cy="714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68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251</Words>
  <Application>Microsoft Office PowerPoint</Application>
  <PresentationFormat>Широкоэкранный</PresentationFormat>
  <Paragraphs>18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Тема Office</vt:lpstr>
      <vt:lpstr> сервис для путешествий по Ивановской области с AI</vt:lpstr>
      <vt:lpstr>☝️ Проблема, решаемая проектом</vt:lpstr>
      <vt:lpstr>📊 Результат анализа исследований</vt:lpstr>
      <vt:lpstr>👨‍💻 Технологии и оборудование</vt:lpstr>
      <vt:lpstr>🧷 Результаты проекта и выводы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Петя</dc:creator>
  <cp:lastModifiedBy>Петя</cp:lastModifiedBy>
  <cp:revision>1</cp:revision>
  <dcterms:created xsi:type="dcterms:W3CDTF">2026-02-09T18:00:16Z</dcterms:created>
  <dcterms:modified xsi:type="dcterms:W3CDTF">2026-02-09T18:45:38Z</dcterms:modified>
</cp:coreProperties>
</file>